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Jakie leki pani przyjmuje? Każdy z nas słyszał to pytanie u lekarza. Pewna pacjentka odpowiedziała na nie zgodnie z prawdą, a mimo to lekarze przepisali jej trzy różne leki, zanim zrozumieli, co się dzieje. Jesteśmy DropTheBase; i opowiemy wam, co poszło nie tak.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prawdziwy przypadek, przedstawiony na konferencji medycznej. Pacjentka leczona na białaczkę. Po każdym nowym leku morfologia wychodziła źle. Lekarze pytali, jakie leki bierze, a ona odpowiadała: te, które przepisał pan doktor. Więc szukali przyczyny w lekach, bo tylko o nich wiedzieli.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Brakowało jednej rzeczy. Od marca codziennie brała suplement z grzybów. Nie traktowała go jak leku, więc nawet nie pomyślała, żeby o nim wspomnieć. Lekarze dowiedzieli się o nim przypadkiem, od jej córki. I okazało się, że każdy kolejny lek wchodził z tym suplementem w interakcję. Nikt tu nie kłamał. Lekarz pytał o leki, więc usłyszał o lekach.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to nie jest wyjątek. Ponad 70 procent dorosłych Polaków bierze suplementy. Tylko co piąty pacjent mówi lekarzowi o tym, co bierze bez recepty. A mniej więcej połowa łączy suplementy z lekami na receptę. IKP zna recepty, ale nie wie o suplementach, ziołach, objawach ani o tym, czy pacjent w ogóle bierze leki.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Dlatego zrobiliśmy aplikację, w której pacjent nie musi się zastanawiać, co jest ważne. Najważniejsze jest to, o co aplikacja pyta. Kiedy dodajesz lek, dopytuje: bierzesz coś jeszcze, może jakieś zioła albo herbatki? Wystarczy powiedzieć jedno zdanie, a suplement trafia na tę samą listę co leki z recepty. Wszystko ląduje na jednej osi czasu: leki, suplementy, objawy i wyniki badań. Mamy w telefonie cały rejestr leków, ponad 20 tysięcy pozycji, działa bez internetu. Dokumenty z IKP można dodać jednym kliknięciem, a wynik z kartki po prostu sfotografować. A u lekarza wystarczy zeskanować kod QR.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 pokazujemy 30–60 s demo na żywo: skan QR, ten sam kod 4-cyfrowy na obu ekranach, fioletowy pasek suplementu u lekarza.] W gabinecie lekarz otwiera zwykłą stronę w przeglądarce, bez zakładania konta. Pacjent skanuje kod QR i na obu ekranach pojawia się ten sam czterocyfrowy kod, co potwierdza, że nikt się nie podpiął po drodze. Lekarz od razu widzi, o czym pacjent chce porozmawiać, co bierze i oś czasu. Ten fioletowy pasek to suplement. Pani Anna miałaby go na ekranie lekarza od pierwszej wizyty. Po zamknięciu karty dane znikają.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Chcemy, żeby pacjent zapisywał wszystko, nawet to, czego nie powiedziałby lekarzowi. Musi więc mieć pewność, że te dane nigdzie nie wyciekną. W sierpniu wyciek z MyDr mógł objąć 18,8 miliona Polaków. Im więcej danych w jednym miejscu, tym większy łup. Dlatego u nas takiego miejsca nie ma: dane są tylko w telefonie, zaszyfrowane kluczem z PIN-u. Serwer działa jak listonosz z zaklejoną kopertą: nie ma klucza i nic nie zapisuje. U lekarza dane żyją tylko w otwartej karcie. Nawet AI nie widzi danych, zwraca tylko filtr.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Tego połączenia nie ma ani mojeIKP, ani aplikacje do dziennika objawów. mojeIKP nie pokaże lekarzowi suplementów, a Bearable czy CareClinic trzymają dane w chmurze i dają lekarzowi najwyżej eksport PDF. U nas lekarz skanuje kod QR bez konta i instalacji, dane są tylko w telefonie, a leki z recepty i suplementy leżą na jednej osi czasu.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Zaczynamy od pacjentów, którzy biorą najwięcej leków: onkologia, hematologia, choroby przewlekłe. Tam interakcje są najgroźniejsze. Drugą grupą są opiekunowie, bo często to oni wiedzą, co rodzic naprawdę bierze. Trzecim kanałem jest lekarz prowadzący, któremu aplikacja skraca wywiad. Jedno robimy świadomie: aplikacja nie wydaje ostrzeżeń o interakcjach. Program, który ocenia ryzyko leczenia, jest w Unii wyrobem medycznym w rozumieniu MDR i wymaga certyfikacji. My pokazujemy lekarzowi pełny obraz, a ocena interakcji należy do niego.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Gdyby Pani Anna miała naszą aplikację, lekarz zobaczyłby suplement już na pierwszej wizycie, a nie po dwóch nieudanych zmianach leczenia. Zapraszamy do obejrzenia trzyminutowego demo z przewodnikiem pod adresem eksiazeczka.mikrus.dev/demo. Najlepiej otworzyć je na komputerze: widok pacjentki i lekarza otwiera się w dwóch kartach. Szukamy poradni, w której przetestujemy aplikację z lekarzami i pacjentami.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eksiazeczka.mikrus.dev/demo"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ajd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ajd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ajd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ajd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Slajd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Slajd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Slajd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Slajd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Slajd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Slajd 10">    </p:cNvPr>
          <p:cNvPicPr>
            <a:picLocks noChangeAspect="1"/>
          </p:cNvPicPr>
          <p:nvPr/>
        </p:nvPicPr>
        <p:blipFill>
          <a:blip r:embed="rId1"/>
          <a:stretch>
            <a:fillRect/>
          </a:stretch>
        </p:blipFill>
        <p:spPr>
          <a:xfrm>
            <a:off x="0" y="0"/>
            <a:ext cx="9144000" cy="5143500"/>
          </a:xfrm>
          <a:prstGeom prst="rect">
            <a:avLst/>
          </a:prstGeom>
        </p:spPr>
      </p:pic>
      <p:sp>
        <p:nvSpPr>
          <p:cNvPr id="3" name="Text 0">
            <a:hlinkClick r:id="rId2" tooltip=""/>
          </p:cNvPr>
          <p:cNvSpPr txBox="1"/>
          <p:nvPr/>
        </p:nvSpPr>
        <p:spPr>
          <a:xfrm>
            <a:off x="571500" y="2800350"/>
            <a:ext cx="4000500" cy="1214438"/>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eKsiążeczkaZdrowia – HackYeah 2026</dc:title>
  <dc:subject>PptxGenJS Presentation</dc:subject>
  <dc:creator>Drop the Base</dc:creator>
  <cp:lastModifiedBy>Drop the Base</cp:lastModifiedBy>
  <cp:revision>1</cp:revision>
  <dcterms:created xsi:type="dcterms:W3CDTF">2026-10-04T08:23:00Z</dcterms:created>
  <dcterms:modified xsi:type="dcterms:W3CDTF">2026-10-04T08:23:00Z</dcterms:modified>
</cp:coreProperties>
</file>